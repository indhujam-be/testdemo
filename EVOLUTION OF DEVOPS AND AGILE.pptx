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70" r:id="rId7"/>
    <p:sldId id="262" r:id="rId8"/>
    <p:sldId id="265" r:id="rId9"/>
    <p:sldId id="266" r:id="rId10"/>
    <p:sldId id="269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5337" autoAdjust="0"/>
  </p:normalViewPr>
  <p:slideViewPr>
    <p:cSldViewPr snapToGrid="0">
      <p:cViewPr varScale="1">
        <p:scale>
          <a:sx n="88" d="100"/>
          <a:sy n="88" d="100"/>
        </p:scale>
        <p:origin x="32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B6DD-20C1-43C6-8359-C0D9AD3039B3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3EBB-798D-47B9-9694-13DB0F5BAB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9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B6DD-20C1-43C6-8359-C0D9AD3039B3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3EBB-798D-47B9-9694-13DB0F5BAB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72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B6DD-20C1-43C6-8359-C0D9AD3039B3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3EBB-798D-47B9-9694-13DB0F5BAB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688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B6DD-20C1-43C6-8359-C0D9AD3039B3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3EBB-798D-47B9-9694-13DB0F5BAB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70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B6DD-20C1-43C6-8359-C0D9AD3039B3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3EBB-798D-47B9-9694-13DB0F5BAB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695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B6DD-20C1-43C6-8359-C0D9AD3039B3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3EBB-798D-47B9-9694-13DB0F5BAB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374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B6DD-20C1-43C6-8359-C0D9AD3039B3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3EBB-798D-47B9-9694-13DB0F5BAB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131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B6DD-20C1-43C6-8359-C0D9AD3039B3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3EBB-798D-47B9-9694-13DB0F5BAB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717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B6DD-20C1-43C6-8359-C0D9AD3039B3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3EBB-798D-47B9-9694-13DB0F5BAB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853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B6DD-20C1-43C6-8359-C0D9AD3039B3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3EBB-798D-47B9-9694-13DB0F5BAB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98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B6DD-20C1-43C6-8359-C0D9AD3039B3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3EBB-798D-47B9-9694-13DB0F5BAB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282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9B6DD-20C1-43C6-8359-C0D9AD3039B3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B3EBB-798D-47B9-9694-13DB0F5BAB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44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55608" y="785006"/>
            <a:ext cx="9333781" cy="1794292"/>
          </a:xfrm>
        </p:spPr>
        <p:txBody>
          <a:bodyPr>
            <a:normAutofit/>
          </a:bodyPr>
          <a:lstStyle/>
          <a:p>
            <a:r>
              <a:rPr lang="en-IN" sz="3600" b="1" i="1" dirty="0" smtClean="0"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EVOLUTION OF DEVOPS AND AGILE</a:t>
            </a:r>
            <a:endParaRPr lang="en-IN" sz="3600" b="1" i="1" dirty="0">
              <a:latin typeface="Baskerville Old Face" panose="020206020805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321834" y="3864635"/>
            <a:ext cx="6346165" cy="2415396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l">
              <a:lnSpc>
                <a:spcPct val="100000"/>
              </a:lnSpc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Aishwarya</a:t>
            </a:r>
            <a:r>
              <a:rPr lang="en-I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</a:p>
          <a:p>
            <a:pPr algn="l"/>
            <a:r>
              <a:rPr lang="en-I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Indhuja </a:t>
            </a:r>
            <a:r>
              <a:rPr lang="en-IN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Natchiyar</a:t>
            </a:r>
            <a:r>
              <a:rPr lang="en-I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  <a:p>
            <a:pPr algn="l"/>
            <a:r>
              <a:rPr lang="en-I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Kavya</a:t>
            </a:r>
            <a:r>
              <a:rPr lang="en-I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Rakshitha</a:t>
            </a:r>
            <a:r>
              <a:rPr lang="en-I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710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622430" y="1716657"/>
            <a:ext cx="9359660" cy="4908430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		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has evolved significantly from traditional waterfall methods to Agile and </a:t>
            </a: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Agile introduced flexibility and iterative development, while </a:t>
            </a: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emphasized automation and collaboration. The combination of Agile And </a:t>
            </a: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has transformed how businesses develop, test, and deploy software.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ctrTitle"/>
          </p:nvPr>
        </p:nvSpPr>
        <p:spPr>
          <a:xfrm>
            <a:off x="802258" y="1026569"/>
            <a:ext cx="5443267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039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07035" y="365125"/>
            <a:ext cx="7435970" cy="1325563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Birth of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(2009)</a:t>
            </a:r>
            <a:endParaRPr lang="en-IN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4294967295"/>
          </p:nvPr>
        </p:nvSpPr>
        <p:spPr>
          <a:xfrm>
            <a:off x="646980" y="1785937"/>
            <a:ext cx="6245525" cy="4088652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400" b="1" dirty="0" smtClean="0"/>
              <a:t>    </a:t>
            </a:r>
            <a:r>
              <a:rPr lang="en-US" sz="2800" b="1" dirty="0" smtClean="0"/>
              <a:t>Why Agile Needed </a:t>
            </a:r>
            <a:r>
              <a:rPr lang="en-US" sz="2800" b="1" dirty="0" err="1" smtClean="0"/>
              <a:t>DevOps</a:t>
            </a:r>
            <a:r>
              <a:rPr lang="en-US" sz="2800" b="1" dirty="0" smtClean="0"/>
              <a:t>?</a:t>
            </a:r>
            <a:r>
              <a:rPr lang="en-US" sz="2800" dirty="0" smtClean="0"/>
              <a:t>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Agile </a:t>
            </a:r>
            <a:r>
              <a:rPr lang="en-US" dirty="0"/>
              <a:t>improved software development but didn’t address deployment challenges.</a:t>
            </a:r>
          </a:p>
          <a:p>
            <a:pPr lvl="1"/>
            <a:endParaRPr lang="en-US" dirty="0" smtClean="0"/>
          </a:p>
          <a:p>
            <a:pPr lvl="1"/>
            <a:r>
              <a:rPr lang="en-US" dirty="0" err="1" smtClean="0"/>
              <a:t>DevOps</a:t>
            </a:r>
            <a:r>
              <a:rPr lang="en-US" dirty="0" smtClean="0"/>
              <a:t> </a:t>
            </a:r>
            <a:r>
              <a:rPr lang="en-US" dirty="0"/>
              <a:t>emerged to bridge the gap between development (Dev) and operations (Ops).</a:t>
            </a:r>
          </a:p>
          <a:p>
            <a:endParaRPr lang="en-US" sz="2400" b="1" dirty="0" smtClean="0"/>
          </a:p>
          <a:p>
            <a:pPr lvl="1"/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884" y="1492371"/>
            <a:ext cx="5107558" cy="417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46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5276" y="370937"/>
            <a:ext cx="5305246" cy="114731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Principles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62642" y="1518249"/>
            <a:ext cx="10334445" cy="4908429"/>
          </a:xfrm>
        </p:spPr>
        <p:txBody>
          <a:bodyPr>
            <a:normAutofit/>
          </a:bodyPr>
          <a:lstStyle/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 (CI):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Automating code integration into a shared repository.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Deployment (CD):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Automating software release cycles.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Using tools for infrastructure management and testing.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Breaking silos between teams.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04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389"/>
            <a:ext cx="12191999" cy="6858000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0" y="353683"/>
            <a:ext cx="3390181" cy="983411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Agile? </a:t>
            </a:r>
            <a:endParaRPr 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>
          <a:xfrm>
            <a:off x="129397" y="1483744"/>
            <a:ext cx="7729268" cy="5149969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dirty="0" smtClean="0"/>
              <a:t>  	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Agile is a software development methodology focused on iterative progress, collaboration, and customer feedback.</a:t>
            </a:r>
          </a:p>
          <a:p>
            <a:pPr algn="l">
              <a:lnSpc>
                <a:spcPct val="150000"/>
              </a:lnSpc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Agile Methodologies:</a:t>
            </a:r>
          </a:p>
          <a:p>
            <a:pPr algn="l">
              <a:lnSpc>
                <a:spcPct val="100000"/>
              </a:lnSpc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b="1" dirty="0" smtClean="0"/>
              <a:t>Scrum:</a:t>
            </a:r>
            <a:r>
              <a:rPr lang="en-US" sz="2800" dirty="0" smtClean="0"/>
              <a:t> Time-boxed sprints for rapid delivery.</a:t>
            </a:r>
          </a:p>
          <a:p>
            <a:pPr algn="l">
              <a:lnSpc>
                <a:spcPct val="100000"/>
              </a:lnSpc>
            </a:pPr>
            <a:r>
              <a:rPr lang="en-US" sz="2800" b="1" dirty="0"/>
              <a:t>	</a:t>
            </a:r>
            <a:r>
              <a:rPr lang="en-US" sz="2800" b="1" dirty="0" smtClean="0"/>
              <a:t>Kanban:</a:t>
            </a:r>
            <a:r>
              <a:rPr lang="en-US" sz="2800" dirty="0" smtClean="0"/>
              <a:t> Visualizing workflow and limiting work in progress.</a:t>
            </a:r>
            <a:endParaRPr lang="en-IN" dirty="0" smtClean="0"/>
          </a:p>
          <a:p>
            <a:pPr algn="l">
              <a:lnSpc>
                <a:spcPct val="100000"/>
              </a:lnSpc>
            </a:pPr>
            <a:endParaRPr 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313" y="845388"/>
            <a:ext cx="4040037" cy="297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637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52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-138023" y="112143"/>
            <a:ext cx="5909095" cy="923027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Evolution of </a:t>
            </a:r>
            <a:r>
              <a:rPr lang="en-IN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888521" y="2139351"/>
            <a:ext cx="10412083" cy="4718649"/>
          </a:xfrm>
        </p:spPr>
        <p:txBody>
          <a:bodyPr>
            <a:normAutofit lnSpcReduction="10000"/>
          </a:bodyPr>
          <a:lstStyle/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2010s: Rise of CI/CD Pipelines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	Tools like Jenkins,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GitLab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CI/CD, and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Actions gained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popularity. 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2015: </a:t>
            </a:r>
            <a:r>
              <a:rPr kumimoji="0" 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Integrating Security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Shift-left approach: Integrating security early in development. 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2020s: AI &amp; ML in </a:t>
            </a:r>
            <a:r>
              <a:rPr kumimoji="0" 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AIOps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NoOps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AI-powered monitoring, self-healing systems, and predictive analytics. 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114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0" y="189781"/>
            <a:ext cx="6349041" cy="992038"/>
          </a:xfrm>
        </p:spPr>
        <p:txBody>
          <a:bodyPr>
            <a:normAutofit fontScale="90000"/>
          </a:bodyPr>
          <a:lstStyle/>
          <a:p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Technologies Driving </a:t>
            </a:r>
            <a:r>
              <a:rPr lang="en-IN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13139" y="-2451787"/>
            <a:ext cx="9911751" cy="1298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</a:t>
            </a:r>
          </a:p>
          <a:p>
            <a:endParaRPr lang="en-US" sz="1800" dirty="0">
              <a:latin typeface="Arial" panose="020B0604020202020204" pitchFamily="34" charset="0"/>
            </a:endParaRPr>
          </a:p>
          <a:p>
            <a:endParaRPr lang="en-US" sz="1800" b="1" dirty="0" smtClean="0">
              <a:latin typeface="Arial" panose="020B0604020202020204" pitchFamily="34" charset="0"/>
            </a:endParaRPr>
          </a:p>
          <a:p>
            <a:endParaRPr lang="en-US" sz="1800" b="1" dirty="0">
              <a:latin typeface="Arial" panose="020B0604020202020204" pitchFamily="34" charset="0"/>
            </a:endParaRPr>
          </a:p>
          <a:p>
            <a:endParaRPr lang="en-US" sz="1800" b="1" dirty="0" smtClean="0">
              <a:latin typeface="Arial" panose="020B0604020202020204" pitchFamily="34" charset="0"/>
            </a:endParaRPr>
          </a:p>
          <a:p>
            <a:endParaRPr lang="en-US" sz="1800" b="1" dirty="0" smtClean="0">
              <a:latin typeface="Arial" panose="020B0604020202020204" pitchFamily="34" charset="0"/>
            </a:endParaRPr>
          </a:p>
          <a:p>
            <a:endParaRPr lang="en-US" sz="1800" b="1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sz="1800" b="1" dirty="0" smtClean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CI/CD Tools: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Jenkins,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Actions,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GitLab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CI/CD.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as Code (</a:t>
            </a:r>
            <a:r>
              <a:rPr lang="en-I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Ansible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AWS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CloudFormation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 &amp; Containerization: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AWS, Azure, Google Cloud.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&amp; Logging: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Prometheus,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Grafana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ELK Stack.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648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94892" y="232914"/>
            <a:ext cx="5865962" cy="1035169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Future of Agile &amp; 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485735" y="-1729018"/>
            <a:ext cx="7634377" cy="11541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Arial" panose="020B0604020202020204" pitchFamily="34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Arial" panose="020B0604020202020204" pitchFamily="34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</a:t>
            </a:r>
            <a:r>
              <a:rPr kumimoji="0" 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AIOps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Predictive analytics for proactive issue resolution. 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NoOps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Automation removing the need for dedicated Ops teams. 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BizDevOps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Aligning business, development, and operations teams for end-to-end collaboration. </a:t>
            </a:r>
          </a:p>
          <a:p>
            <a:pPr lvl="8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Arial" panose="020B0604020202020204" pitchFamily="34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Arial" panose="020B0604020202020204" pitchFamily="34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Arial" panose="020B0604020202020204" pitchFamily="34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Arial" panose="020B0604020202020204" pitchFamily="34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Arial" panose="020B0604020202020204" pitchFamily="34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Arial" panose="020B0604020202020204" pitchFamily="34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2868"/>
            <a:ext cx="4157931" cy="330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5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" y="232913"/>
            <a:ext cx="2915728" cy="595223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Studies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-1" y="1276708"/>
            <a:ext cx="9264771" cy="5581291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Netflix –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Rapid Deployments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and CI/CD pipelines.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Deploys thousands of changes per day without downtime.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testing and self-healing infrastructure.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Spotify – Agile and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Scalability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“Squads” (small, independent Agile teams).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principles for continuous delivery.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Deploys new features quickly while maintaining stability.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495" y="1276707"/>
            <a:ext cx="3082506" cy="24671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494" y="4015588"/>
            <a:ext cx="3082506" cy="252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376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98408" y="163903"/>
            <a:ext cx="4321834" cy="992037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8408" y="-1149635"/>
            <a:ext cx="11577322" cy="1043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Agile introduced flexibility and collaboration in development.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enhanced Agile by integrating automation, CI/CD, and infrastructure management. Future trends like AI,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NoOps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BizDevOps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will further 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 software development. Combining Agile and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key to delivering high-quality software efficiently.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607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361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735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73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6896</TotalTime>
  <Words>271</Words>
  <Application>Microsoft Office PowerPoint</Application>
  <PresentationFormat>Widescreen</PresentationFormat>
  <Paragraphs>109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Baskerville Old Face</vt:lpstr>
      <vt:lpstr>Calibri</vt:lpstr>
      <vt:lpstr>Calibri Light</vt:lpstr>
      <vt:lpstr>Times New Roman</vt:lpstr>
      <vt:lpstr>Office Theme</vt:lpstr>
      <vt:lpstr>EVOLUTION OF DEVOPS AND AGILE</vt:lpstr>
      <vt:lpstr>INTRODUCTION</vt:lpstr>
      <vt:lpstr>The Birth of DevOps (2009)</vt:lpstr>
      <vt:lpstr>Core DevOps Principles</vt:lpstr>
      <vt:lpstr>What is Agile? </vt:lpstr>
      <vt:lpstr>The Evolution of DevOps</vt:lpstr>
      <vt:lpstr>Key Technologies Driving DevOps</vt:lpstr>
      <vt:lpstr>The Future of Agile &amp; DevOps</vt:lpstr>
      <vt:lpstr>Case Studies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Indhuja Mooventhan</dc:creator>
  <cp:lastModifiedBy>Indhuja Mooventhan</cp:lastModifiedBy>
  <cp:revision>36</cp:revision>
  <dcterms:created xsi:type="dcterms:W3CDTF">2025-03-12T19:36:07Z</dcterms:created>
  <dcterms:modified xsi:type="dcterms:W3CDTF">2025-03-17T14:32:50Z</dcterms:modified>
</cp:coreProperties>
</file>