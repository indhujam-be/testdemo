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8" d="100"/>
          <a:sy n="88" d="100"/>
        </p:scale>
        <p:origin x="49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B886A3C4-5451-42BC-8352-3548870F40C8}" type="datetimeFigureOut">
              <a:rPr lang="en-IN" smtClean="0"/>
              <a:t>13-07-2025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18C1FC4-BBC7-42D7-9ED2-5EBBCB571E7A}" type="slidenum">
              <a:rPr lang="en-IN" smtClean="0"/>
              <a:t>‹#›</a:t>
            </a:fld>
            <a:endParaRPr lang="en-IN"/>
          </a:p>
        </p:txBody>
      </p:sp>
    </p:spTree>
    <p:extLst>
      <p:ext uri="{BB962C8B-B14F-4D97-AF65-F5344CB8AC3E}">
        <p14:creationId xmlns:p14="http://schemas.microsoft.com/office/powerpoint/2010/main" val="31251708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886A3C4-5451-42BC-8352-3548870F40C8}" type="datetimeFigureOut">
              <a:rPr lang="en-IN" smtClean="0"/>
              <a:t>13-07-2025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18C1FC4-BBC7-42D7-9ED2-5EBBCB571E7A}" type="slidenum">
              <a:rPr lang="en-IN" smtClean="0"/>
              <a:t>‹#›</a:t>
            </a:fld>
            <a:endParaRPr lang="en-IN"/>
          </a:p>
        </p:txBody>
      </p:sp>
    </p:spTree>
    <p:extLst>
      <p:ext uri="{BB962C8B-B14F-4D97-AF65-F5344CB8AC3E}">
        <p14:creationId xmlns:p14="http://schemas.microsoft.com/office/powerpoint/2010/main" val="20194407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886A3C4-5451-42BC-8352-3548870F40C8}" type="datetimeFigureOut">
              <a:rPr lang="en-IN" smtClean="0"/>
              <a:t>13-07-2025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18C1FC4-BBC7-42D7-9ED2-5EBBCB571E7A}" type="slidenum">
              <a:rPr lang="en-IN" smtClean="0"/>
              <a:t>‹#›</a:t>
            </a:fld>
            <a:endParaRPr lang="en-IN"/>
          </a:p>
        </p:txBody>
      </p:sp>
    </p:spTree>
    <p:extLst>
      <p:ext uri="{BB962C8B-B14F-4D97-AF65-F5344CB8AC3E}">
        <p14:creationId xmlns:p14="http://schemas.microsoft.com/office/powerpoint/2010/main" val="2521724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B886A3C4-5451-42BC-8352-3548870F40C8}" type="datetimeFigureOut">
              <a:rPr lang="en-IN" smtClean="0"/>
              <a:t>13-07-2025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18C1FC4-BBC7-42D7-9ED2-5EBBCB571E7A}" type="slidenum">
              <a:rPr lang="en-IN" smtClean="0"/>
              <a:t>‹#›</a:t>
            </a:fld>
            <a:endParaRPr lang="en-IN"/>
          </a:p>
        </p:txBody>
      </p:sp>
    </p:spTree>
    <p:extLst>
      <p:ext uri="{BB962C8B-B14F-4D97-AF65-F5344CB8AC3E}">
        <p14:creationId xmlns:p14="http://schemas.microsoft.com/office/powerpoint/2010/main" val="1843796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B886A3C4-5451-42BC-8352-3548870F40C8}" type="datetimeFigureOut">
              <a:rPr lang="en-IN" smtClean="0"/>
              <a:t>13-07-2025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18C1FC4-BBC7-42D7-9ED2-5EBBCB571E7A}" type="slidenum">
              <a:rPr lang="en-IN" smtClean="0"/>
              <a:t>‹#›</a:t>
            </a:fld>
            <a:endParaRPr lang="en-IN"/>
          </a:p>
        </p:txBody>
      </p:sp>
    </p:spTree>
    <p:extLst>
      <p:ext uri="{BB962C8B-B14F-4D97-AF65-F5344CB8AC3E}">
        <p14:creationId xmlns:p14="http://schemas.microsoft.com/office/powerpoint/2010/main" val="28110889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B886A3C4-5451-42BC-8352-3548870F40C8}" type="datetimeFigureOut">
              <a:rPr lang="en-IN" smtClean="0"/>
              <a:t>13-07-2025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18C1FC4-BBC7-42D7-9ED2-5EBBCB571E7A}" type="slidenum">
              <a:rPr lang="en-IN" smtClean="0"/>
              <a:t>‹#›</a:t>
            </a:fld>
            <a:endParaRPr lang="en-IN"/>
          </a:p>
        </p:txBody>
      </p:sp>
    </p:spTree>
    <p:extLst>
      <p:ext uri="{BB962C8B-B14F-4D97-AF65-F5344CB8AC3E}">
        <p14:creationId xmlns:p14="http://schemas.microsoft.com/office/powerpoint/2010/main" val="1251721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86A3C4-5451-42BC-8352-3548870F40C8}" type="datetimeFigureOut">
              <a:rPr lang="en-IN" smtClean="0"/>
              <a:t>13-07-2025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18C1FC4-BBC7-42D7-9ED2-5EBBCB571E7A}" type="slidenum">
              <a:rPr lang="en-IN" smtClean="0"/>
              <a:t>‹#›</a:t>
            </a:fld>
            <a:endParaRPr lang="en-IN"/>
          </a:p>
        </p:txBody>
      </p:sp>
    </p:spTree>
    <p:extLst>
      <p:ext uri="{BB962C8B-B14F-4D97-AF65-F5344CB8AC3E}">
        <p14:creationId xmlns:p14="http://schemas.microsoft.com/office/powerpoint/2010/main" val="1991531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886A3C4-5451-42BC-8352-3548870F40C8}" type="datetimeFigureOut">
              <a:rPr lang="en-IN" smtClean="0"/>
              <a:t>13-07-2025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18C1FC4-BBC7-42D7-9ED2-5EBBCB571E7A}" type="slidenum">
              <a:rPr lang="en-IN" smtClean="0"/>
              <a:t>‹#›</a:t>
            </a:fld>
            <a:endParaRPr lang="en-IN"/>
          </a:p>
        </p:txBody>
      </p:sp>
    </p:spTree>
    <p:extLst>
      <p:ext uri="{BB962C8B-B14F-4D97-AF65-F5344CB8AC3E}">
        <p14:creationId xmlns:p14="http://schemas.microsoft.com/office/powerpoint/2010/main" val="41264800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886A3C4-5451-42BC-8352-3548870F40C8}" type="datetimeFigureOut">
              <a:rPr lang="en-IN" smtClean="0"/>
              <a:t>13-07-2025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18C1FC4-BBC7-42D7-9ED2-5EBBCB571E7A}" type="slidenum">
              <a:rPr lang="en-IN" smtClean="0"/>
              <a:t>‹#›</a:t>
            </a:fld>
            <a:endParaRPr lang="en-IN"/>
          </a:p>
        </p:txBody>
      </p:sp>
    </p:spTree>
    <p:extLst>
      <p:ext uri="{BB962C8B-B14F-4D97-AF65-F5344CB8AC3E}">
        <p14:creationId xmlns:p14="http://schemas.microsoft.com/office/powerpoint/2010/main" val="2725063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886A3C4-5451-42BC-8352-3548870F40C8}" type="datetimeFigureOut">
              <a:rPr lang="en-IN" smtClean="0"/>
              <a:t>13-07-2025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18C1FC4-BBC7-42D7-9ED2-5EBBCB571E7A}" type="slidenum">
              <a:rPr lang="en-IN" smtClean="0"/>
              <a:t>‹#›</a:t>
            </a:fld>
            <a:endParaRPr lang="en-IN"/>
          </a:p>
        </p:txBody>
      </p:sp>
    </p:spTree>
    <p:extLst>
      <p:ext uri="{BB962C8B-B14F-4D97-AF65-F5344CB8AC3E}">
        <p14:creationId xmlns:p14="http://schemas.microsoft.com/office/powerpoint/2010/main" val="2533383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886A3C4-5451-42BC-8352-3548870F40C8}" type="datetimeFigureOut">
              <a:rPr lang="en-IN" smtClean="0"/>
              <a:t>13-07-2025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18C1FC4-BBC7-42D7-9ED2-5EBBCB571E7A}" type="slidenum">
              <a:rPr lang="en-IN" smtClean="0"/>
              <a:t>‹#›</a:t>
            </a:fld>
            <a:endParaRPr lang="en-IN"/>
          </a:p>
        </p:txBody>
      </p:sp>
    </p:spTree>
    <p:extLst>
      <p:ext uri="{BB962C8B-B14F-4D97-AF65-F5344CB8AC3E}">
        <p14:creationId xmlns:p14="http://schemas.microsoft.com/office/powerpoint/2010/main" val="5842233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86A3C4-5451-42BC-8352-3548870F40C8}" type="datetimeFigureOut">
              <a:rPr lang="en-IN" smtClean="0"/>
              <a:t>13-07-2025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8C1FC4-BBC7-42D7-9ED2-5EBBCB571E7A}" type="slidenum">
              <a:rPr lang="en-IN" smtClean="0"/>
              <a:t>‹#›</a:t>
            </a:fld>
            <a:endParaRPr lang="en-IN"/>
          </a:p>
        </p:txBody>
      </p:sp>
    </p:spTree>
    <p:extLst>
      <p:ext uri="{BB962C8B-B14F-4D97-AF65-F5344CB8AC3E}">
        <p14:creationId xmlns:p14="http://schemas.microsoft.com/office/powerpoint/2010/main" val="31744731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ctrTitle"/>
          </p:nvPr>
        </p:nvSpPr>
        <p:spPr/>
        <p:txBody>
          <a:bodyPr/>
          <a:lstStyle/>
          <a:p>
            <a:endParaRPr lang="en-IN"/>
          </a:p>
        </p:txBody>
      </p:sp>
      <p:sp>
        <p:nvSpPr>
          <p:cNvPr id="9" name="Subtitle 8"/>
          <p:cNvSpPr>
            <a:spLocks noGrp="1"/>
          </p:cNvSpPr>
          <p:nvPr>
            <p:ph type="subTitle" idx="1"/>
          </p:nvPr>
        </p:nvSpPr>
        <p:spPr/>
        <p:txBody>
          <a:bodyPr/>
          <a:lstStyle/>
          <a:p>
            <a:endParaRPr lang="en-IN"/>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418"/>
            <a:ext cx="12192000" cy="6875416"/>
          </a:xfrm>
          <a:prstGeom prst="rect">
            <a:avLst/>
          </a:prstGeom>
        </p:spPr>
      </p:pic>
      <p:sp>
        <p:nvSpPr>
          <p:cNvPr id="11" name="TextBox 10"/>
          <p:cNvSpPr txBox="1"/>
          <p:nvPr/>
        </p:nvSpPr>
        <p:spPr>
          <a:xfrm>
            <a:off x="2177144" y="1484460"/>
            <a:ext cx="6688182" cy="1569660"/>
          </a:xfrm>
          <a:prstGeom prst="rect">
            <a:avLst/>
          </a:prstGeom>
          <a:noFill/>
        </p:spPr>
        <p:txBody>
          <a:bodyPr wrap="square" rtlCol="0">
            <a:spAutoFit/>
          </a:bodyPr>
          <a:lstStyle/>
          <a:p>
            <a:r>
              <a:rPr lang="en-IN" sz="4800" dirty="0" smtClean="0">
                <a:latin typeface="Algerian" panose="04020705040A02060702" pitchFamily="82" charset="0"/>
              </a:rPr>
              <a:t>REAL TIME WEATHER          </a:t>
            </a:r>
          </a:p>
          <a:p>
            <a:r>
              <a:rPr lang="en-IN" sz="4800" dirty="0">
                <a:latin typeface="Algerian" panose="04020705040A02060702" pitchFamily="82" charset="0"/>
              </a:rPr>
              <a:t> </a:t>
            </a:r>
            <a:r>
              <a:rPr lang="en-IN" sz="4800" dirty="0" smtClean="0">
                <a:latin typeface="Algerian" panose="04020705040A02060702" pitchFamily="82" charset="0"/>
              </a:rPr>
              <a:t>       DETECTION</a:t>
            </a:r>
            <a:endParaRPr lang="en-IN" sz="4800" dirty="0">
              <a:latin typeface="Algerian" panose="04020705040A02060702" pitchFamily="82" charset="0"/>
            </a:endParaRPr>
          </a:p>
        </p:txBody>
      </p:sp>
      <p:sp>
        <p:nvSpPr>
          <p:cNvPr id="12" name="TextBox 11"/>
          <p:cNvSpPr txBox="1"/>
          <p:nvPr/>
        </p:nvSpPr>
        <p:spPr>
          <a:xfrm flipH="1">
            <a:off x="6466838" y="4318000"/>
            <a:ext cx="5593081" cy="1200329"/>
          </a:xfrm>
          <a:prstGeom prst="rect">
            <a:avLst/>
          </a:prstGeom>
          <a:noFill/>
        </p:spPr>
        <p:txBody>
          <a:bodyPr wrap="square" rtlCol="0">
            <a:spAutoFit/>
          </a:bodyPr>
          <a:lstStyle/>
          <a:p>
            <a:r>
              <a:rPr lang="en-IN" sz="2400" dirty="0" smtClean="0">
                <a:latin typeface="Bahnschrift Condensed" panose="020B0502040204020203" pitchFamily="34" charset="0"/>
              </a:rPr>
              <a:t>                 SUBMITTED BY:</a:t>
            </a:r>
          </a:p>
          <a:p>
            <a:r>
              <a:rPr lang="en-IN" sz="2400" dirty="0">
                <a:latin typeface="Bahnschrift Condensed" panose="020B0502040204020203" pitchFamily="34" charset="0"/>
              </a:rPr>
              <a:t> </a:t>
            </a:r>
            <a:r>
              <a:rPr lang="en-IN" sz="2400" dirty="0" smtClean="0">
                <a:latin typeface="Bahnschrift Condensed" panose="020B0502040204020203" pitchFamily="34" charset="0"/>
              </a:rPr>
              <a:t>                            M INDHUJA NATCHIYAR</a:t>
            </a:r>
          </a:p>
          <a:p>
            <a:r>
              <a:rPr lang="en-IN" sz="2400" dirty="0">
                <a:latin typeface="Bahnschrift Condensed" panose="020B0502040204020203" pitchFamily="34" charset="0"/>
              </a:rPr>
              <a:t> </a:t>
            </a:r>
            <a:r>
              <a:rPr lang="en-IN" sz="2400" dirty="0" smtClean="0">
                <a:latin typeface="Bahnschrift Condensed" panose="020B0502040204020203" pitchFamily="34" charset="0"/>
              </a:rPr>
              <a:t>                            P AARTHI SHIVANI  </a:t>
            </a:r>
            <a:endParaRPr lang="en-IN" sz="2400" dirty="0">
              <a:latin typeface="Bahnschrift Condensed" panose="020B0502040204020203" pitchFamily="34" charset="0"/>
            </a:endParaRPr>
          </a:p>
        </p:txBody>
      </p:sp>
    </p:spTree>
    <p:extLst>
      <p:ext uri="{BB962C8B-B14F-4D97-AF65-F5344CB8AC3E}">
        <p14:creationId xmlns:p14="http://schemas.microsoft.com/office/powerpoint/2010/main" val="11797468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5" name="TextBox 4"/>
          <p:cNvSpPr txBox="1"/>
          <p:nvPr/>
        </p:nvSpPr>
        <p:spPr>
          <a:xfrm>
            <a:off x="939800" y="1027906"/>
            <a:ext cx="10149840" cy="4154984"/>
          </a:xfrm>
          <a:prstGeom prst="rect">
            <a:avLst/>
          </a:prstGeom>
          <a:noFill/>
        </p:spPr>
        <p:txBody>
          <a:bodyPr wrap="square" rtlCol="0">
            <a:spAutoFit/>
          </a:bodyPr>
          <a:lstStyle/>
          <a:p>
            <a:r>
              <a:rPr lang="en-US" sz="4000" b="1" dirty="0" smtClean="0"/>
              <a:t>ABSTRACT:</a:t>
            </a:r>
            <a:endParaRPr lang="en-US" sz="4000" b="1" dirty="0"/>
          </a:p>
          <a:p>
            <a:pPr lvl="1"/>
            <a:r>
              <a:rPr lang="en-US" sz="3200" dirty="0" smtClean="0"/>
              <a:t>                                                                                                                                                                                                                           This </a:t>
            </a:r>
            <a:r>
              <a:rPr lang="en-US" sz="3200" dirty="0"/>
              <a:t>project presents a real-time weather detection system using computer vision </a:t>
            </a:r>
            <a:r>
              <a:rPr lang="en-US" sz="3200" dirty="0" err="1" smtClean="0"/>
              <a:t>techniques.It</a:t>
            </a:r>
            <a:r>
              <a:rPr lang="en-US" sz="3200" dirty="0" smtClean="0"/>
              <a:t> </a:t>
            </a:r>
            <a:r>
              <a:rPr lang="en-US" sz="3200" dirty="0"/>
              <a:t>classifies weather as Sunny, Cloudy, or Rainy/Dark by analyzing the sky region in webcam </a:t>
            </a:r>
            <a:r>
              <a:rPr lang="en-US" sz="3200" dirty="0" err="1" smtClean="0"/>
              <a:t>video.HSV</a:t>
            </a:r>
            <a:r>
              <a:rPr lang="en-US" sz="3200" dirty="0" smtClean="0"/>
              <a:t> </a:t>
            </a:r>
            <a:r>
              <a:rPr lang="en-US" sz="3200" dirty="0"/>
              <a:t>color space is used for robust color-based </a:t>
            </a:r>
            <a:r>
              <a:rPr lang="en-US" sz="3200" dirty="0" err="1" smtClean="0"/>
              <a:t>segmentation.The</a:t>
            </a:r>
            <a:r>
              <a:rPr lang="en-US" sz="3200" dirty="0" smtClean="0"/>
              <a:t> </a:t>
            </a:r>
            <a:r>
              <a:rPr lang="en-US" sz="3200" dirty="0"/>
              <a:t>system uses pixel ratio thresholds for weather classification</a:t>
            </a:r>
          </a:p>
        </p:txBody>
      </p:sp>
    </p:spTree>
    <p:extLst>
      <p:ext uri="{BB962C8B-B14F-4D97-AF65-F5344CB8AC3E}">
        <p14:creationId xmlns:p14="http://schemas.microsoft.com/office/powerpoint/2010/main" val="334806791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6" name="TextBox 5"/>
          <p:cNvSpPr txBox="1"/>
          <p:nvPr/>
        </p:nvSpPr>
        <p:spPr>
          <a:xfrm>
            <a:off x="1097280" y="1027906"/>
            <a:ext cx="9855200" cy="4585871"/>
          </a:xfrm>
          <a:prstGeom prst="rect">
            <a:avLst/>
          </a:prstGeom>
          <a:noFill/>
        </p:spPr>
        <p:txBody>
          <a:bodyPr wrap="square" rtlCol="0">
            <a:spAutoFit/>
          </a:bodyPr>
          <a:lstStyle/>
          <a:p>
            <a:r>
              <a:rPr lang="en-US" sz="3600" dirty="0" smtClean="0">
                <a:latin typeface="Arial Rounded MT Bold" panose="020F0704030504030204" pitchFamily="34" charset="0"/>
              </a:rPr>
              <a:t>INTRODUCTION:</a:t>
            </a:r>
            <a:endParaRPr lang="en-US" sz="3600" dirty="0">
              <a:latin typeface="Arial Rounded MT Bold" panose="020F0704030504030204" pitchFamily="34" charset="0"/>
            </a:endParaRPr>
          </a:p>
          <a:p>
            <a:pPr lvl="2"/>
            <a:endParaRPr lang="en-US" sz="3200" dirty="0" smtClean="0"/>
          </a:p>
          <a:p>
            <a:pPr lvl="2"/>
            <a:r>
              <a:rPr lang="en-US" sz="3200" dirty="0" smtClean="0"/>
              <a:t>Weather </a:t>
            </a:r>
            <a:r>
              <a:rPr lang="en-US" sz="3200" dirty="0"/>
              <a:t>classification has applications in smart agriculture, surveillance, and outdoor planning.</a:t>
            </a:r>
          </a:p>
          <a:p>
            <a:pPr lvl="2"/>
            <a:r>
              <a:rPr lang="en-US" sz="3200" dirty="0"/>
              <a:t>Traditional weather APIs may not work in offline scenarios or for hyper-local </a:t>
            </a:r>
            <a:r>
              <a:rPr lang="en-US" sz="3200" dirty="0" err="1" smtClean="0"/>
              <a:t>observations.This</a:t>
            </a:r>
            <a:r>
              <a:rPr lang="en-US" sz="3200" dirty="0" smtClean="0"/>
              <a:t> </a:t>
            </a:r>
            <a:r>
              <a:rPr lang="en-US" sz="3200" dirty="0"/>
              <a:t>solution uses local visual cues to determine weather conditions</a:t>
            </a:r>
          </a:p>
          <a:p>
            <a:endParaRPr lang="en-US" sz="3200" b="1" dirty="0"/>
          </a:p>
        </p:txBody>
      </p:sp>
    </p:spTree>
    <p:extLst>
      <p:ext uri="{BB962C8B-B14F-4D97-AF65-F5344CB8AC3E}">
        <p14:creationId xmlns:p14="http://schemas.microsoft.com/office/powerpoint/2010/main" val="23165827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10" name="TextBox 9"/>
          <p:cNvSpPr txBox="1"/>
          <p:nvPr/>
        </p:nvSpPr>
        <p:spPr>
          <a:xfrm>
            <a:off x="1300480" y="1160025"/>
            <a:ext cx="9743440" cy="4431983"/>
          </a:xfrm>
          <a:prstGeom prst="rect">
            <a:avLst/>
          </a:prstGeom>
          <a:noFill/>
        </p:spPr>
        <p:txBody>
          <a:bodyPr wrap="square" rtlCol="0">
            <a:spAutoFit/>
          </a:bodyPr>
          <a:lstStyle/>
          <a:p>
            <a:r>
              <a:rPr lang="en-US" sz="3600" b="1" dirty="0" smtClean="0"/>
              <a:t>OBJECTIVE:</a:t>
            </a:r>
            <a:endParaRPr lang="en-US" sz="3600" b="1" dirty="0"/>
          </a:p>
          <a:p>
            <a:pPr lvl="1"/>
            <a:endParaRPr lang="en-US" dirty="0" smtClean="0"/>
          </a:p>
          <a:p>
            <a:pPr lvl="1"/>
            <a:r>
              <a:rPr lang="en-US" sz="3200" dirty="0" smtClean="0"/>
              <a:t>To </a:t>
            </a:r>
            <a:r>
              <a:rPr lang="en-US" sz="3200" dirty="0"/>
              <a:t>build a simple and efficient system that detects weather conditions in real </a:t>
            </a:r>
            <a:r>
              <a:rPr lang="en-US" sz="3200" dirty="0" err="1" smtClean="0"/>
              <a:t>time.Classify</a:t>
            </a:r>
            <a:r>
              <a:rPr lang="en-US" sz="3200" dirty="0" smtClean="0"/>
              <a:t> </a:t>
            </a:r>
            <a:r>
              <a:rPr lang="en-US" sz="3200" dirty="0"/>
              <a:t>sky </a:t>
            </a:r>
            <a:r>
              <a:rPr lang="en-US" sz="3200" dirty="0" smtClean="0"/>
              <a:t>visuals</a:t>
            </a:r>
          </a:p>
          <a:p>
            <a:pPr lvl="1"/>
            <a:r>
              <a:rPr lang="en-US" sz="3200" dirty="0" smtClean="0"/>
              <a:t> </a:t>
            </a:r>
            <a:r>
              <a:rPr lang="en-US" sz="3200" dirty="0"/>
              <a:t>into three main types:</a:t>
            </a:r>
          </a:p>
          <a:p>
            <a:pPr lvl="2"/>
            <a:r>
              <a:rPr lang="en-US" sz="3200" b="1" dirty="0"/>
              <a:t>Sunny</a:t>
            </a:r>
            <a:r>
              <a:rPr lang="en-US" sz="3200" dirty="0"/>
              <a:t>: Predominantly blue sky</a:t>
            </a:r>
          </a:p>
          <a:p>
            <a:pPr lvl="2"/>
            <a:r>
              <a:rPr lang="en-US" sz="3200" b="1" dirty="0"/>
              <a:t>Cloudy</a:t>
            </a:r>
            <a:r>
              <a:rPr lang="en-US" sz="3200" dirty="0"/>
              <a:t>: High amount of gray pixels</a:t>
            </a:r>
          </a:p>
          <a:p>
            <a:pPr lvl="2"/>
            <a:r>
              <a:rPr lang="en-US" sz="3200" b="1" dirty="0"/>
              <a:t>Rainy/Dark</a:t>
            </a:r>
            <a:r>
              <a:rPr lang="en-US" sz="3200" dirty="0"/>
              <a:t>: Low visibility of both blue and gray</a:t>
            </a:r>
          </a:p>
          <a:p>
            <a:r>
              <a:rPr lang="en-US" dirty="0"/>
              <a:t/>
            </a:r>
            <a:br>
              <a:rPr lang="en-US" dirty="0"/>
            </a:br>
            <a:endParaRPr lang="en-IN" dirty="0"/>
          </a:p>
        </p:txBody>
      </p:sp>
    </p:spTree>
    <p:extLst>
      <p:ext uri="{BB962C8B-B14F-4D97-AF65-F5344CB8AC3E}">
        <p14:creationId xmlns:p14="http://schemas.microsoft.com/office/powerpoint/2010/main" val="325763691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11" name="TextBox 10"/>
          <p:cNvSpPr txBox="1"/>
          <p:nvPr/>
        </p:nvSpPr>
        <p:spPr>
          <a:xfrm>
            <a:off x="2378891" y="1290320"/>
            <a:ext cx="9530080" cy="3170099"/>
          </a:xfrm>
          <a:prstGeom prst="rect">
            <a:avLst/>
          </a:prstGeom>
          <a:noFill/>
        </p:spPr>
        <p:txBody>
          <a:bodyPr wrap="square" rtlCol="0">
            <a:spAutoFit/>
          </a:bodyPr>
          <a:lstStyle/>
          <a:p>
            <a:pPr lvl="1"/>
            <a:r>
              <a:rPr lang="en-US" sz="3600" b="1" dirty="0" smtClean="0"/>
              <a:t>TOOLS USED:</a:t>
            </a:r>
          </a:p>
          <a:p>
            <a:pPr lvl="1"/>
            <a:endParaRPr lang="en-US" sz="3600" b="1" dirty="0" smtClean="0"/>
          </a:p>
          <a:p>
            <a:pPr lvl="1"/>
            <a:r>
              <a:rPr lang="en-US" sz="3200" b="1" dirty="0" smtClean="0"/>
              <a:t>                 Python</a:t>
            </a:r>
            <a:r>
              <a:rPr lang="en-US" sz="3200" dirty="0"/>
              <a:t> – Core language</a:t>
            </a:r>
          </a:p>
          <a:p>
            <a:pPr lvl="1"/>
            <a:r>
              <a:rPr lang="en-US" sz="3200" b="1" dirty="0" smtClean="0"/>
              <a:t>                 </a:t>
            </a:r>
            <a:r>
              <a:rPr lang="en-US" sz="3200" b="1" dirty="0" err="1" smtClean="0"/>
              <a:t>OpenCV</a:t>
            </a:r>
            <a:r>
              <a:rPr lang="en-US" sz="3200" dirty="0"/>
              <a:t> – For image capture and processing</a:t>
            </a:r>
          </a:p>
          <a:p>
            <a:pPr lvl="1"/>
            <a:r>
              <a:rPr lang="en-US" sz="3200" b="1" dirty="0" smtClean="0"/>
              <a:t>                 </a:t>
            </a:r>
            <a:r>
              <a:rPr lang="en-US" sz="3200" b="1" dirty="0" err="1" smtClean="0"/>
              <a:t>NumPy</a:t>
            </a:r>
            <a:r>
              <a:rPr lang="en-US" sz="3200" dirty="0"/>
              <a:t> – For numerical operations</a:t>
            </a:r>
          </a:p>
          <a:p>
            <a:pPr lvl="1"/>
            <a:r>
              <a:rPr lang="en-US" sz="3200" b="1" dirty="0" smtClean="0"/>
              <a:t>                 Webcam</a:t>
            </a:r>
            <a:r>
              <a:rPr lang="en-US" sz="3200" dirty="0"/>
              <a:t> – For live video input</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8675" y="2177143"/>
            <a:ext cx="3169920" cy="2908663"/>
          </a:xfrm>
          <a:prstGeom prst="rect">
            <a:avLst/>
          </a:prstGeom>
        </p:spPr>
      </p:pic>
    </p:spTree>
    <p:extLst>
      <p:ext uri="{BB962C8B-B14F-4D97-AF65-F5344CB8AC3E}">
        <p14:creationId xmlns:p14="http://schemas.microsoft.com/office/powerpoint/2010/main" val="225033215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6" name="TextBox 5"/>
          <p:cNvSpPr txBox="1"/>
          <p:nvPr/>
        </p:nvSpPr>
        <p:spPr>
          <a:xfrm>
            <a:off x="883920" y="883920"/>
            <a:ext cx="10424160" cy="4585871"/>
          </a:xfrm>
          <a:prstGeom prst="rect">
            <a:avLst/>
          </a:prstGeom>
          <a:noFill/>
        </p:spPr>
        <p:txBody>
          <a:bodyPr wrap="square" rtlCol="0">
            <a:spAutoFit/>
          </a:bodyPr>
          <a:lstStyle/>
          <a:p>
            <a:r>
              <a:rPr lang="en-US" sz="3600" dirty="0" smtClean="0">
                <a:latin typeface="Arial Rounded MT Bold" panose="020F0704030504030204" pitchFamily="34" charset="0"/>
              </a:rPr>
              <a:t>METHODOLOGY:</a:t>
            </a:r>
          </a:p>
          <a:p>
            <a:endParaRPr lang="en-US" sz="3200" dirty="0"/>
          </a:p>
          <a:p>
            <a:r>
              <a:rPr lang="en-US" sz="3200" dirty="0" smtClean="0"/>
              <a:t>This project uses a webcam to detect the weather by analyzing the sky in real-time video. It looks at the top half of each video frame, assuming it shows the sky. The image is converted to HSV color format to easily find blue (clear sky) and gray (cloudy sky) areas. It calculates how much of the sky is blue or gray and uses that to decide if the weather is sunny, cloudy, or rainy/dark.</a:t>
            </a:r>
            <a:endParaRPr lang="en-IN" sz="3200" dirty="0"/>
          </a:p>
        </p:txBody>
      </p:sp>
    </p:spTree>
    <p:extLst>
      <p:ext uri="{BB962C8B-B14F-4D97-AF65-F5344CB8AC3E}">
        <p14:creationId xmlns:p14="http://schemas.microsoft.com/office/powerpoint/2010/main" val="30297663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5" name="TextBox 4"/>
          <p:cNvSpPr txBox="1"/>
          <p:nvPr/>
        </p:nvSpPr>
        <p:spPr>
          <a:xfrm>
            <a:off x="2405017" y="1027906"/>
            <a:ext cx="9895840" cy="4154984"/>
          </a:xfrm>
          <a:prstGeom prst="rect">
            <a:avLst/>
          </a:prstGeom>
          <a:noFill/>
        </p:spPr>
        <p:txBody>
          <a:bodyPr wrap="square" rtlCol="0">
            <a:spAutoFit/>
          </a:bodyPr>
          <a:lstStyle/>
          <a:p>
            <a:r>
              <a:rPr lang="en-US" sz="3600" dirty="0" smtClean="0">
                <a:latin typeface="Arial Rounded MT Bold" panose="020F0704030504030204" pitchFamily="34" charset="0"/>
              </a:rPr>
              <a:t>LIVE DETECTION:</a:t>
            </a:r>
          </a:p>
          <a:p>
            <a:r>
              <a:rPr lang="en-US" sz="3600" dirty="0">
                <a:latin typeface="Arial Rounded MT Bold" panose="020F0704030504030204" pitchFamily="34" charset="0"/>
              </a:rPr>
              <a:t> </a:t>
            </a:r>
            <a:r>
              <a:rPr lang="en-US" sz="3600" dirty="0" smtClean="0">
                <a:latin typeface="Arial Rounded MT Bold" panose="020F0704030504030204" pitchFamily="34" charset="0"/>
              </a:rPr>
              <a:t>            </a:t>
            </a:r>
          </a:p>
          <a:p>
            <a:r>
              <a:rPr lang="en-US" dirty="0" smtClean="0"/>
              <a:t>                                 </a:t>
            </a:r>
            <a:r>
              <a:rPr lang="en-US" sz="3200" dirty="0" smtClean="0"/>
              <a:t>The webcam shows live video.</a:t>
            </a:r>
          </a:p>
          <a:p>
            <a:r>
              <a:rPr lang="en-US" sz="3200" dirty="0" smtClean="0"/>
              <a:t>                   The program looks at the sky in each frame.</a:t>
            </a:r>
          </a:p>
          <a:p>
            <a:r>
              <a:rPr lang="en-US" sz="3200" dirty="0" smtClean="0"/>
              <a:t>                   It checks the sky color (blue or gray).</a:t>
            </a:r>
          </a:p>
          <a:p>
            <a:r>
              <a:rPr lang="en-US" sz="3200" dirty="0" smtClean="0"/>
              <a:t>                   It tells if the weather is sunny, cloudy, or rainy.</a:t>
            </a:r>
          </a:p>
          <a:p>
            <a:r>
              <a:rPr lang="en-US" sz="3200" dirty="0" smtClean="0"/>
              <a:t>                   The weather result appears on the screen.</a:t>
            </a:r>
          </a:p>
          <a:p>
            <a:r>
              <a:rPr lang="en-US" sz="3200" dirty="0" smtClean="0"/>
              <a:t>                   It updates every second</a:t>
            </a:r>
            <a:r>
              <a:rPr lang="en-US" dirty="0" smtClean="0"/>
              <a:t>.</a:t>
            </a:r>
            <a:endParaRPr lang="en-US"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2178434"/>
            <a:ext cx="2143125" cy="3004456"/>
          </a:xfrm>
          <a:prstGeom prst="rect">
            <a:avLst/>
          </a:prstGeom>
        </p:spPr>
      </p:pic>
    </p:spTree>
    <p:extLst>
      <p:ext uri="{BB962C8B-B14F-4D97-AF65-F5344CB8AC3E}">
        <p14:creationId xmlns:p14="http://schemas.microsoft.com/office/powerpoint/2010/main" val="125230451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8760" y="476885"/>
            <a:ext cx="11714480" cy="5811838"/>
          </a:xfrm>
        </p:spPr>
      </p:pic>
    </p:spTree>
    <p:extLst>
      <p:ext uri="{BB962C8B-B14F-4D97-AF65-F5344CB8AC3E}">
        <p14:creationId xmlns:p14="http://schemas.microsoft.com/office/powerpoint/2010/main" val="343672703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5" name="TextBox 4"/>
          <p:cNvSpPr txBox="1"/>
          <p:nvPr/>
        </p:nvSpPr>
        <p:spPr>
          <a:xfrm>
            <a:off x="838200" y="751344"/>
            <a:ext cx="10276840" cy="5355312"/>
          </a:xfrm>
          <a:prstGeom prst="rect">
            <a:avLst/>
          </a:prstGeom>
          <a:noFill/>
        </p:spPr>
        <p:txBody>
          <a:bodyPr wrap="square" rtlCol="0">
            <a:spAutoFit/>
          </a:bodyPr>
          <a:lstStyle/>
          <a:p>
            <a:r>
              <a:rPr lang="en-US" sz="3600" dirty="0" smtClean="0">
                <a:latin typeface="Arial Rounded MT Bold" panose="020F0704030504030204" pitchFamily="34" charset="0"/>
              </a:rPr>
              <a:t>FUTURE </a:t>
            </a:r>
            <a:r>
              <a:rPr lang="en-US" sz="3600" dirty="0" smtClean="0">
                <a:latin typeface="Arial Rounded MT Bold" panose="020F0704030504030204" pitchFamily="34" charset="0"/>
              </a:rPr>
              <a:t>ENHANCEMENTS</a:t>
            </a:r>
            <a:r>
              <a:rPr lang="en-US" sz="3600" dirty="0" smtClean="0">
                <a:latin typeface="Arial Rounded MT Bold" panose="020F0704030504030204" pitchFamily="34" charset="0"/>
              </a:rPr>
              <a:t>:</a:t>
            </a:r>
          </a:p>
          <a:p>
            <a:endParaRPr lang="en-US" dirty="0"/>
          </a:p>
          <a:p>
            <a:r>
              <a:rPr lang="en-US" sz="3200" dirty="0" smtClean="0"/>
              <a:t>The system can be improved by checking brightness to tell the difference between night and rain. It can use AI to detect the sky more accurately instead of just looking at the top half of the image. Saving weather data with time and date can help keep records. Better color detection can make results more reliable. Adding sounds when the weather changes can alert users. Showing weather icons instead of text makes it easier to understand. The system can also be made to work on phones or online for more convenience.</a:t>
            </a:r>
            <a:endParaRPr lang="en-US" sz="3200" dirty="0"/>
          </a:p>
        </p:txBody>
      </p:sp>
    </p:spTree>
    <p:extLst>
      <p:ext uri="{BB962C8B-B14F-4D97-AF65-F5344CB8AC3E}">
        <p14:creationId xmlns:p14="http://schemas.microsoft.com/office/powerpoint/2010/main" val="188182505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9" name="TextBox 8"/>
          <p:cNvSpPr txBox="1"/>
          <p:nvPr/>
        </p:nvSpPr>
        <p:spPr>
          <a:xfrm>
            <a:off x="1107441" y="1229360"/>
            <a:ext cx="10048240" cy="4370427"/>
          </a:xfrm>
          <a:prstGeom prst="rect">
            <a:avLst/>
          </a:prstGeom>
          <a:noFill/>
        </p:spPr>
        <p:txBody>
          <a:bodyPr wrap="square" rtlCol="0">
            <a:spAutoFit/>
          </a:bodyPr>
          <a:lstStyle/>
          <a:p>
            <a:r>
              <a:rPr lang="en-US" sz="3600" dirty="0" smtClean="0">
                <a:latin typeface="Arial Rounded MT Bold" panose="020F0704030504030204" pitchFamily="34" charset="0"/>
              </a:rPr>
              <a:t>CONCLUSION:</a:t>
            </a:r>
          </a:p>
          <a:p>
            <a:endParaRPr lang="en-US" dirty="0"/>
          </a:p>
          <a:p>
            <a:r>
              <a:rPr lang="en-US" sz="3200" dirty="0" smtClean="0"/>
              <a:t>this system uses webcam video and color analysis to detect basic weather conditions like sunny, cloudy, or rainy in real time. While it is simple and effective, there is room to improve accuracy by adding features like brightness checks, smarter sky detection, and better color filters. Overall, this project demonstrates how computer vision can help understand the environment using just a camera</a:t>
            </a:r>
            <a:r>
              <a:rPr lang="en-US" dirty="0" smtClean="0"/>
              <a:t>.</a:t>
            </a:r>
            <a:endParaRPr lang="en-US" dirty="0"/>
          </a:p>
        </p:txBody>
      </p:sp>
    </p:spTree>
    <p:extLst>
      <p:ext uri="{BB962C8B-B14F-4D97-AF65-F5344CB8AC3E}">
        <p14:creationId xmlns:p14="http://schemas.microsoft.com/office/powerpoint/2010/main" val="263848436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
            <a:ext cx="12192000" cy="6858000"/>
          </a:xfrm>
        </p:spPr>
      </p:pic>
    </p:spTree>
    <p:extLst>
      <p:ext uri="{BB962C8B-B14F-4D97-AF65-F5344CB8AC3E}">
        <p14:creationId xmlns:p14="http://schemas.microsoft.com/office/powerpoint/2010/main" val="171520324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205</TotalTime>
  <Words>476</Words>
  <Application>Microsoft Office PowerPoint</Application>
  <PresentationFormat>Widescreen</PresentationFormat>
  <Paragraphs>42</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Algerian</vt:lpstr>
      <vt:lpstr>Arial</vt:lpstr>
      <vt:lpstr>Arial Rounded MT Bold</vt:lpstr>
      <vt:lpstr>Bahnschrift Condensed</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Indhuja Mooventhan</dc:creator>
  <cp:lastModifiedBy>Indhuja Mooventhan</cp:lastModifiedBy>
  <cp:revision>12</cp:revision>
  <dcterms:created xsi:type="dcterms:W3CDTF">2025-07-13T13:10:50Z</dcterms:created>
  <dcterms:modified xsi:type="dcterms:W3CDTF">2025-07-13T16:49:59Z</dcterms:modified>
</cp:coreProperties>
</file>